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0"/>
            <a:ext cx="8321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de Control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Ambiental Inteligent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2834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 Node — ATmega328P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411480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Sisteme Incorporate · Facultatea de Automatică, Calculatoare și Electronică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Universitatea din Craiova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3566160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5661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1: GPIO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48840" y="3566160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35661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2: Întreruperi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86200" y="3566160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35661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3: Timer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23560" y="3566160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35661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4: PWM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60920" y="3566160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35661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5: ADC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face proiectul?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201168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0"/>
            <a:ext cx="20116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34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Lumină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 citește lumina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ambientală prin ADC.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LED-ul se aprinde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tare când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întuneric.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097280"/>
            <a:ext cx="201168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50592" y="1097280"/>
            <a:ext cx="201168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1234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🌡️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50592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Ventilator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42032" y="233172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Trimmerul simulează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Motorul accelerează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proporțional cu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1097280"/>
            <a:ext cx="201168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26864" y="1097280"/>
            <a:ext cx="20116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1234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🚨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26864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Urgență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18304" y="233172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Butonul pe D2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declanșează o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întrerupere hardware.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Toate ieșirile se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opresc instant.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03136" y="1097280"/>
            <a:ext cx="201168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03136" y="1097280"/>
            <a:ext cx="20116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03136" y="1234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03136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Sistem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94576" y="233172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LED-ul built-in D13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clichează lent = OK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clichează rapid =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STATE_ALERTA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folosite pe Breadboard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82880" y="914400"/>
            <a:ext cx="164592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914400"/>
            <a:ext cx="16459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9601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🔲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" y="1463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Nano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(Plusivo)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8600" y="196596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ATmega328P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16MHz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956816" y="914400"/>
            <a:ext cx="164592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56816" y="914400"/>
            <a:ext cx="1645920" cy="54864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56816" y="9601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🟫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56816" y="1463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830 puncte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02536" y="196596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 de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 lipire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30752" y="914400"/>
            <a:ext cx="164592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30752" y="914400"/>
            <a:ext cx="1645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752" y="9601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30752" y="1463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GL5528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776472" y="196596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Fotorezistor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Senzor lumina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A0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504688" y="914400"/>
            <a:ext cx="164592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04688" y="914400"/>
            <a:ext cx="16459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04688" y="9601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🔵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04688" y="1463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10kΩ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50408" y="196596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Potentiometru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A1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278624" y="914400"/>
            <a:ext cx="164592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78624" y="914400"/>
            <a:ext cx="1645920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78624" y="9601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⚫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78624" y="1463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Buton tactil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6x6mm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324344" y="196596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Buton urgenta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D2 (INT0)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LOW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82880" y="2926080"/>
            <a:ext cx="164592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2926080"/>
            <a:ext cx="164592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29718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🔴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82880" y="34747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LED-uri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5mm x2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28600" y="39776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lumina D11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status D13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Rosu + Albastru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956816" y="2926080"/>
            <a:ext cx="164592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56816" y="2926080"/>
            <a:ext cx="1645920" cy="54864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56816" y="29718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956816" y="34747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FA-130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002536" y="39776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Controlat PWM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D9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730752" y="2926080"/>
            <a:ext cx="164592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30752" y="2926080"/>
            <a:ext cx="1645920" cy="5486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30752" y="29718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🔩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3730752" y="34747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Tranzistor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2N2222A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776472" y="39776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motor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NPN — amplifica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curentul D9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504688" y="2926080"/>
            <a:ext cx="164592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04688" y="2926080"/>
            <a:ext cx="1645920" cy="54864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04688" y="29718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🔺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5504688" y="34747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Dioda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1N4007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550408" y="39776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Protectie motor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Anti-spike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278624" y="2926080"/>
            <a:ext cx="164592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278624" y="2926080"/>
            <a:ext cx="1645920" cy="5486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78624" y="29718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〰️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7278624" y="34747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Rezistente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220Ω / 10kΩ / 1kΩ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324344" y="39776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3x220Ω LED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2x10kΩ divizor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1x1kΩ baza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Drivere folosite (HAL)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73152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058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97280" y="1005840"/>
            <a:ext cx="77724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0332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Driver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3258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drivers/gpio/gpio.c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91840" y="10515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GPIO_Init, GPIO_Write,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GPIO_Read, GPIO_Toggle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0" y="1051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pini digitali D2, D11, D9, D13 prin registre DDRx/PORTx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10512"/>
            <a:ext cx="73152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1051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97280" y="1810512"/>
            <a:ext cx="77724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379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Driver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1305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drivers/interrupt/external_interrupt.c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0" y="185623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ExtInt_Init cu callback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0" y="185623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Întrerupere hardware INT0 pe D2 — falling edge pentru buton urgență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615184"/>
            <a:ext cx="73152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615184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" y="2615184"/>
            <a:ext cx="77724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26426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Timer0 Driver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29352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drivers/timer/timer0.c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91840" y="266090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Timer0_Init, Millis()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0" y="266090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mode 1ms — bază de timp neblocantă pentru citire senzori la 200ms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419856"/>
            <a:ext cx="731520" cy="64008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419856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97280" y="3419856"/>
            <a:ext cx="77724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8720" y="34472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Driver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88720" y="37398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drivers/pwm/pwm.c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91840" y="3465576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PWM_Init, PWM_SetDutyCycle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0" y="346557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Timer1 pe D9 (motor) și Timer2 pe D11 (LED) — frecvență 1kHz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224528"/>
            <a:ext cx="73152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22452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97280" y="4224528"/>
            <a:ext cx="77724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88720" y="4251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Driver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88720" y="45445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drivers/adc/adc.c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91840" y="427024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ADC_Init, ADC_Read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0" y="427024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Conversie 10-bit blocantă — LDR pe A0, trimmer pe A1, prescaler 128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 Conectare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0" y="1097280"/>
            <a:ext cx="274320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10972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Nano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Plusivo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46120" y="1920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46120" y="2331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46120" y="2743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46120" y="31546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46120" y="3566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5V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40680" y="1920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D9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40680" y="2331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40680" y="2743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40680" y="31546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GND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40680" y="3566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5V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920240"/>
            <a:ext cx="182880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 + 10kΩ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03120" y="2057400"/>
            <a:ext cx="10972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331720"/>
            <a:ext cx="182880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Trimmer 10kΩ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03120" y="2468880"/>
            <a:ext cx="109728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743200"/>
            <a:ext cx="182880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Buton tactil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03120" y="2880360"/>
            <a:ext cx="109728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2057400"/>
            <a:ext cx="1097280" cy="4572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1920240"/>
            <a:ext cx="182880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+ 2N2222A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0" y="2468880"/>
            <a:ext cx="10972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0" y="2331720"/>
            <a:ext cx="182880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lumina D11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2880360"/>
            <a:ext cx="10972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40880" y="2743200"/>
            <a:ext cx="182880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status D13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663440"/>
            <a:ext cx="4572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" y="4572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Semnal ADC (intrare analogica)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83280" y="4663440"/>
            <a:ext cx="4572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0" y="4572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Semnal PWM / digital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09360" y="4663440"/>
            <a:ext cx="457200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4572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Alimentare GND / 5V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Arhitectura — Mașina de Stări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474720" cy="3200400"/>
          </a:xfrm>
          <a:prstGeom prst="rect">
            <a:avLst/>
          </a:prstGeom>
          <a:solidFill>
            <a:srgbClr val="0D3D3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STATE_NORMAL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73736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Citire LDR (A0) la 200ms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Citire Trimmer (A1) la 200ms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PWM D11 = f(lumina)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PWM D9 = f(temperatura)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LED D13 clipeste lent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0" y="2606040"/>
            <a:ext cx="9144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77640" y="201168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Buton D2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intrerupere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12080" y="1188720"/>
            <a:ext cx="3474720" cy="3200400"/>
          </a:xfrm>
          <a:prstGeom prst="rect">
            <a:avLst/>
          </a:prstGeom>
          <a:solidFill>
            <a:srgbClr val="3D0D0D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1188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STATE_ALERTA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49240" y="173736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PWM D11 = 0 (oprit)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PWM D9 = 0 (oprit)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LED D13 clipeste rapid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100ms interval blink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Arduino pt iesire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Demonstrație Live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097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Lumină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56032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1430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Acoperă LDR-ul cu mâna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143000"/>
            <a:ext cx="2743200" cy="411480"/>
          </a:xfrm>
          <a:prstGeom prst="rect">
            <a:avLst/>
          </a:prstGeom>
          <a:solidFill>
            <a:srgbClr val="0D3D3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0" y="1143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LED D11 se aprinde mai puternic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5740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0574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Ventilator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83280" y="2103120"/>
            <a:ext cx="256032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21031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Rotește trimmerul la maxim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103120"/>
            <a:ext cx="2743200" cy="411480"/>
          </a:xfrm>
          <a:prstGeom prst="rect">
            <a:avLst/>
          </a:prstGeom>
          <a:solidFill>
            <a:srgbClr val="0D3D3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2103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Motorul accelerează progresiv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017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Urgență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83280" y="3063240"/>
            <a:ext cx="256032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30632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Apasă butonul pe D2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3063240"/>
            <a:ext cx="2743200" cy="411480"/>
          </a:xfrm>
          <a:prstGeom prst="rect">
            <a:avLst/>
          </a:prstGeom>
          <a:solidFill>
            <a:srgbClr val="0D3D3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30632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Tot se oprește, D13 clipește rapid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97764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0120" y="3977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Revenire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83280" y="4023360"/>
            <a:ext cx="256032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40233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Reset Arduino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4023360"/>
            <a:ext cx="2743200" cy="411480"/>
          </a:xfrm>
          <a:prstGeom prst="rect">
            <a:avLst/>
          </a:prstGeom>
          <a:solidFill>
            <a:srgbClr val="0D3D3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40233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Sistem revine în STATE_NORMAL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Concluzii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05840" y="1234440"/>
            <a:ext cx="768096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2344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Interdependență: ADC comandă direct PWM — senzorii controlează actuatorii în timp real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05840" y="1965960"/>
            <a:ext cx="768096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9659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Multitasking: Millis() permite citirea senzorilor, PWM și blink simultan fără blocări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05840" y="2697480"/>
            <a:ext cx="768096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6974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Abstracție: Driverele custom (GPIO, ADC, PWM, Timer, Interrupt) formează un HAL profesional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05840" y="3429000"/>
            <a:ext cx="768096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4290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Siguranță: Întreruperea hardware INT0 garantează reacție instantă la urgență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005840" y="4160520"/>
            <a:ext cx="768096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16052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open-source pe GitHub cu Makefile, teste unitare și CI/CD prin GitHub Actions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de Control Ambiental Inteligent</dc:title>
  <dc:subject>PptxGenJS Presentation</dc:subject>
  <dc:creator>PptxGenJS</dc:creator>
  <cp:lastModifiedBy>PptxGenJS</cp:lastModifiedBy>
  <cp:revision>1</cp:revision>
  <dcterms:created xsi:type="dcterms:W3CDTF">2026-05-29T10:07:31Z</dcterms:created>
  <dcterms:modified xsi:type="dcterms:W3CDTF">2026-05-29T10:07:31Z</dcterms:modified>
</cp:coreProperties>
</file>